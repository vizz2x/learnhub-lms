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57" r:id="rId11"/>
    <p:sldId id="264" r:id="rId12"/>
    <p:sldId id="265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611A06-DAC6-2891-ED0A-8F9FED062CFE}" v="188" dt="2026-02-03T17:32:37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vis Akojie" userId="ed2a1d0dd2fe8480" providerId="Windows Live" clId="Web-{BD611A06-DAC6-2891-ED0A-8F9FED062CFE}"/>
    <pc:docChg chg="addSld modSld sldOrd">
      <pc:chgData name="Elvis Akojie" userId="ed2a1d0dd2fe8480" providerId="Windows Live" clId="Web-{BD611A06-DAC6-2891-ED0A-8F9FED062CFE}" dt="2026-02-03T17:32:37.146" v="161"/>
      <pc:docMkLst>
        <pc:docMk/>
      </pc:docMkLst>
      <pc:sldChg chg="addSp delSp modSp">
        <pc:chgData name="Elvis Akojie" userId="ed2a1d0dd2fe8480" providerId="Windows Live" clId="Web-{BD611A06-DAC6-2891-ED0A-8F9FED062CFE}" dt="2026-02-03T17:30:46.972" v="159" actId="1076"/>
        <pc:sldMkLst>
          <pc:docMk/>
          <pc:sldMk cId="0" sldId="256"/>
        </pc:sldMkLst>
        <pc:spChg chg="mod">
          <ac:chgData name="Elvis Akojie" userId="ed2a1d0dd2fe8480" providerId="Windows Live" clId="Web-{BD611A06-DAC6-2891-ED0A-8F9FED062CFE}" dt="2026-02-03T17:27:55.075" v="12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Elvis Akojie" userId="ed2a1d0dd2fe8480" providerId="Windows Live" clId="Web-{BD611A06-DAC6-2891-ED0A-8F9FED062CFE}" dt="2026-02-03T17:27:49.981" v="126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Elvis Akojie" userId="ed2a1d0dd2fe8480" providerId="Windows Live" clId="Web-{BD611A06-DAC6-2891-ED0A-8F9FED062CFE}" dt="2026-02-03T17:30:46.972" v="159" actId="1076"/>
          <ac:spMkLst>
            <pc:docMk/>
            <pc:sldMk cId="0" sldId="256"/>
            <ac:spMk id="5" creationId="{6B909638-B78F-B0D8-E08A-33F61E0BB276}"/>
          </ac:spMkLst>
        </pc:spChg>
        <pc:picChg chg="del mod">
          <ac:chgData name="Elvis Akojie" userId="ed2a1d0dd2fe8480" providerId="Windows Live" clId="Web-{BD611A06-DAC6-2891-ED0A-8F9FED062CFE}" dt="2026-02-03T17:28:01.419" v="130"/>
          <ac:picMkLst>
            <pc:docMk/>
            <pc:sldMk cId="0" sldId="256"/>
            <ac:picMk id="4" creationId="{00000000-0000-0000-0000-000000000000}"/>
          </ac:picMkLst>
        </pc:picChg>
      </pc:sldChg>
      <pc:sldChg chg="modSp ord">
        <pc:chgData name="Elvis Akojie" userId="ed2a1d0dd2fe8480" providerId="Windows Live" clId="Web-{BD611A06-DAC6-2891-ED0A-8F9FED062CFE}" dt="2026-02-03T17:22:33.265" v="124" actId="20577"/>
        <pc:sldMkLst>
          <pc:docMk/>
          <pc:sldMk cId="0" sldId="257"/>
        </pc:sldMkLst>
        <pc:spChg chg="mod">
          <ac:chgData name="Elvis Akojie" userId="ed2a1d0dd2fe8480" providerId="Windows Live" clId="Web-{BD611A06-DAC6-2891-ED0A-8F9FED062CFE}" dt="2026-02-03T17:22:33.265" v="124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Elvis Akojie" userId="ed2a1d0dd2fe8480" providerId="Windows Live" clId="Web-{BD611A06-DAC6-2891-ED0A-8F9FED062CFE}" dt="2026-02-03T17:20:56.886" v="101" actId="20577"/>
        <pc:sldMkLst>
          <pc:docMk/>
          <pc:sldMk cId="0" sldId="258"/>
        </pc:sldMkLst>
        <pc:spChg chg="mod">
          <ac:chgData name="Elvis Akojie" userId="ed2a1d0dd2fe8480" providerId="Windows Live" clId="Web-{BD611A06-DAC6-2891-ED0A-8F9FED062CFE}" dt="2026-02-03T17:20:56.886" v="101" actId="20577"/>
          <ac:spMkLst>
            <pc:docMk/>
            <pc:sldMk cId="0" sldId="258"/>
            <ac:spMk id="3" creationId="{00000000-0000-0000-0000-000000000000}"/>
          </ac:spMkLst>
        </pc:spChg>
      </pc:sldChg>
      <pc:sldChg chg="ord">
        <pc:chgData name="Elvis Akojie" userId="ed2a1d0dd2fe8480" providerId="Windows Live" clId="Web-{BD611A06-DAC6-2891-ED0A-8F9FED062CFE}" dt="2026-02-03T17:32:37.146" v="161"/>
        <pc:sldMkLst>
          <pc:docMk/>
          <pc:sldMk cId="0" sldId="266"/>
        </pc:sldMkLst>
      </pc:sldChg>
      <pc:sldChg chg="ord">
        <pc:chgData name="Elvis Akojie" userId="ed2a1d0dd2fe8480" providerId="Windows Live" clId="Web-{BD611A06-DAC6-2891-ED0A-8F9FED062CFE}" dt="2026-02-03T17:31:16.316" v="160"/>
        <pc:sldMkLst>
          <pc:docMk/>
          <pc:sldMk cId="0" sldId="267"/>
        </pc:sldMkLst>
      </pc:sldChg>
      <pc:sldChg chg="modSp">
        <pc:chgData name="Elvis Akojie" userId="ed2a1d0dd2fe8480" providerId="Windows Live" clId="Web-{BD611A06-DAC6-2891-ED0A-8F9FED062CFE}" dt="2026-02-03T17:28:51.155" v="135" actId="1076"/>
        <pc:sldMkLst>
          <pc:docMk/>
          <pc:sldMk cId="0" sldId="269"/>
        </pc:sldMkLst>
        <pc:spChg chg="mod">
          <ac:chgData name="Elvis Akojie" userId="ed2a1d0dd2fe8480" providerId="Windows Live" clId="Web-{BD611A06-DAC6-2891-ED0A-8F9FED062CFE}" dt="2026-02-03T17:28:51.155" v="135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Elvis Akojie" userId="ed2a1d0dd2fe8480" providerId="Windows Live" clId="Web-{BD611A06-DAC6-2891-ED0A-8F9FED062CFE}" dt="2026-02-03T17:28:17.935" v="131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Elvis Akojie" userId="ed2a1d0dd2fe8480" providerId="Windows Live" clId="Web-{BD611A06-DAC6-2891-ED0A-8F9FED062CFE}" dt="2026-02-03T17:28:29.561" v="132" actId="20577"/>
          <ac:spMkLst>
            <pc:docMk/>
            <pc:sldMk cId="0" sldId="269"/>
            <ac:spMk id="5" creationId="{00000000-0000-0000-0000-000000000000}"/>
          </ac:spMkLst>
        </pc:spChg>
        <pc:picChg chg="mod">
          <ac:chgData name="Elvis Akojie" userId="ed2a1d0dd2fe8480" providerId="Windows Live" clId="Web-{BD611A06-DAC6-2891-ED0A-8F9FED062CFE}" dt="2026-02-03T17:28:38.342" v="134" actId="1076"/>
          <ac:picMkLst>
            <pc:docMk/>
            <pc:sldMk cId="0" sldId="269"/>
            <ac:picMk id="4" creationId="{00000000-0000-0000-0000-000000000000}"/>
          </ac:picMkLst>
        </pc:picChg>
      </pc:sldChg>
      <pc:sldChg chg="modSp add ord replId">
        <pc:chgData name="Elvis Akojie" userId="ed2a1d0dd2fe8480" providerId="Windows Live" clId="Web-{BD611A06-DAC6-2891-ED0A-8F9FED062CFE}" dt="2026-02-03T17:21:14.699" v="108"/>
        <pc:sldMkLst>
          <pc:docMk/>
          <pc:sldMk cId="561450589" sldId="270"/>
        </pc:sldMkLst>
        <pc:spChg chg="mod">
          <ac:chgData name="Elvis Akojie" userId="ed2a1d0dd2fe8480" providerId="Windows Live" clId="Web-{BD611A06-DAC6-2891-ED0A-8F9FED062CFE}" dt="2026-02-03T17:21:01.198" v="107" actId="20577"/>
          <ac:spMkLst>
            <pc:docMk/>
            <pc:sldMk cId="561450589" sldId="270"/>
            <ac:spMk id="2" creationId="{6AC67A67-DEDE-2CD4-AE2F-BCBA2B902989}"/>
          </ac:spMkLst>
        </pc:spChg>
        <pc:spChg chg="mod">
          <ac:chgData name="Elvis Akojie" userId="ed2a1d0dd2fe8480" providerId="Windows Live" clId="Web-{BD611A06-DAC6-2891-ED0A-8F9FED062CFE}" dt="2026-02-03T17:16:57.872" v="47" actId="20577"/>
          <ac:spMkLst>
            <pc:docMk/>
            <pc:sldMk cId="561450589" sldId="270"/>
            <ac:spMk id="3" creationId="{D92A8F1B-AC82-CE64-F3C4-A9186B6FA2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C13D6-B8F6-4C93-9F8F-1CDEBFF732E1}" type="datetimeFigureOut">
              <a:t>2/3/2026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4473F-884B-49D0-8570-1AA80AF61D6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12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36ED2-F868-E651-3D08-E65446B7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B7F26-8C6E-2BD1-C42A-CD785D03A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FEBC0-A131-40EA-0971-6666533D2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3E0CF-056A-1CF6-680E-ECDC4334B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9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Learning Management System </a:t>
            </a:r>
            <a:endParaRPr lang="en-US" sz="54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183503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Let's build the future of education together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09638-B78F-B0D8-E08A-33F61E0BB276}"/>
              </a:ext>
            </a:extLst>
          </p:cNvPr>
          <p:cNvSpPr txBox="1"/>
          <p:nvPr/>
        </p:nvSpPr>
        <p:spPr>
          <a:xfrm>
            <a:off x="2286000" y="3640207"/>
            <a:ext cx="457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>
                <a:solidFill>
                  <a:srgbClr val="FFFFFF"/>
                </a:solidFill>
                <a:latin typeface="Calibri"/>
              </a:rPr>
              <a:t>A project by Cyprian </a:t>
            </a:r>
            <a:r>
              <a:rPr lang="en-US" i="1" err="1">
                <a:solidFill>
                  <a:srgbClr val="FFFFFF"/>
                </a:solidFill>
                <a:latin typeface="Calibri"/>
              </a:rPr>
              <a:t>Akojie</a:t>
            </a:r>
            <a:endParaRPr lang="en-US" err="1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DD60B-8448-9850-4994-9D3AA52D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C67A67-DEDE-2CD4-AE2F-BCBA2B90298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Arial Black"/>
                <a:ea typeface="Calibri"/>
                <a:cs typeface="Calibri"/>
              </a:rPr>
              <a:t>LMS Version 1.0 — </a:t>
            </a:r>
            <a:r>
              <a:rPr lang="en-US" sz="1600" b="1">
                <a:solidFill>
                  <a:srgbClr val="1E2761"/>
                </a:solidFill>
                <a:latin typeface="Arial Black"/>
                <a:ea typeface="Calibri"/>
                <a:cs typeface="Calibri"/>
              </a:rPr>
              <a:t>The Prototype Playground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2A8F1B-AC82-CE64-F3C4-A9186B6FA27A}"/>
              </a:ext>
            </a:extLst>
          </p:cNvPr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2C3E50"/>
                </a:solidFill>
                <a:ea typeface="+mn-lt"/>
                <a:cs typeface="+mn-lt"/>
              </a:rPr>
              <a:t>Version 1.0 isn’t trying to be a school. It’s trying to be a spark.</a:t>
            </a:r>
            <a:endParaRPr lang="en-US"/>
          </a:p>
          <a:p>
            <a:r>
              <a:rPr lang="en-US">
                <a:solidFill>
                  <a:srgbClr val="2C3E50"/>
                </a:solidFill>
                <a:ea typeface="+mn-lt"/>
                <a:cs typeface="+mn-lt"/>
              </a:rPr>
              <a:t> It’s the first draft of a smarter </a:t>
            </a:r>
            <a:r>
              <a:rPr lang="en-US" sz="1800">
                <a:solidFill>
                  <a:srgbClr val="2C3E50"/>
                </a:solidFill>
                <a:ea typeface="+mn-lt"/>
                <a:cs typeface="+mn-lt"/>
              </a:rPr>
              <a:t>learning </a:t>
            </a:r>
            <a:r>
              <a:rPr lang="en-US">
                <a:solidFill>
                  <a:srgbClr val="2C3E50"/>
                </a:solidFill>
                <a:ea typeface="+mn-lt"/>
                <a:cs typeface="+mn-lt"/>
              </a:rPr>
              <a:t>experience </a:t>
            </a:r>
            <a:r>
              <a:rPr lang="en-US" sz="1800">
                <a:solidFill>
                  <a:srgbClr val="2C3E50"/>
                </a:solidFill>
                <a:ea typeface="+mn-lt"/>
                <a:cs typeface="+mn-lt"/>
              </a:rPr>
              <a:t>— a </a:t>
            </a:r>
            <a:r>
              <a:rPr lang="en-US">
                <a:solidFill>
                  <a:srgbClr val="2C3E50"/>
                </a:solidFill>
                <a:ea typeface="+mn-lt"/>
                <a:cs typeface="+mn-lt"/>
              </a:rPr>
              <a:t>lightweight, nimble prototype where ideas are tested</a:t>
            </a:r>
            <a:r>
              <a:rPr lang="en-US" sz="1800">
                <a:solidFill>
                  <a:srgbClr val="2C3E50"/>
                </a:solidFill>
                <a:ea typeface="+mn-lt"/>
                <a:cs typeface="+mn-lt"/>
              </a:rPr>
              <a:t>, </a:t>
            </a:r>
            <a:r>
              <a:rPr lang="en-US">
                <a:solidFill>
                  <a:srgbClr val="2C3E50"/>
                </a:solidFill>
                <a:ea typeface="+mn-lt"/>
                <a:cs typeface="+mn-lt"/>
              </a:rPr>
              <a:t>feedback flows fast</a:t>
            </a:r>
            <a:r>
              <a:rPr lang="en-US" sz="1800">
                <a:solidFill>
                  <a:srgbClr val="2C3E50"/>
                </a:solidFill>
                <a:ea typeface="+mn-lt"/>
                <a:cs typeface="+mn-lt"/>
              </a:rPr>
              <a:t>, and </a:t>
            </a:r>
            <a:r>
              <a:rPr lang="en-US">
                <a:solidFill>
                  <a:srgbClr val="2C3E50"/>
                </a:solidFill>
                <a:ea typeface="+mn-lt"/>
                <a:cs typeface="+mn-lt"/>
              </a:rPr>
              <a:t>innovation takes its first breath</a:t>
            </a:r>
            <a:endParaRPr lang="en-US"/>
          </a:p>
          <a:p>
            <a:endParaRPr lang="en-US" sz="1800">
              <a:solidFill>
                <a:srgbClr val="2C3E5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7431AD3-5542-20EA-3E09-19ACAAE07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926080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45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Roadmap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Here's a phased roadmap to keep this project structured: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(MVP)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2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3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28016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Assessment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4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UX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5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Foundation (MVP)</a:t>
            </a:r>
            <a:endParaRPr lang="en-US" sz="3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core LMS features: 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accounts, course creation, assignments, progress tracking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Streamlit app with Python backend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APIs for:</a:t>
            </a:r>
            <a:endParaRPr lang="en-US" sz="1600"/>
          </a:p>
          <a:p>
            <a:pPr marL="0" lvl="1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Content generation (text + images)</a:t>
            </a:r>
            <a:endParaRPr lang="en-US" sz="1600"/>
          </a:p>
          <a:p>
            <a:pPr marL="0" lvl="1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Chatbot assistant for Q&amp;A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student data in a relational database (PostgreSQL/MySQL)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Personalization</a:t>
            </a:r>
            <a:endParaRPr lang="en-US" sz="3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student performance data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scores, homework submissions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models (or fine-tune cloud models)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personalized learning paths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adaptive lesson plans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Automated Assessment</a:t>
            </a:r>
            <a:endParaRPr lang="en-US" sz="3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NLP models to grade short answers and essays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rule-based + ML hybrid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math/science problem checking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 feedback loops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4: Scalability &amp; UX</a:t>
            </a:r>
            <a:endParaRPr lang="en-US" sz="3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backend to FastAPI/Django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robustness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React/Next.js frontend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richer interactivity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role-based access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teachers, admins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cloud (AWS/GCP/Azure)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CI/CD pipelines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5: Advanced Features</a:t>
            </a:r>
            <a:endParaRPr lang="en-US" sz="3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leaderboards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Parent/teacher dashboards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access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low-bandwidth regions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Checklist</a:t>
            </a:r>
            <a:endParaRPr lang="en-US" sz="40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9728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user personas (students, teachers, admins)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database schema for courses, assignments, logs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 in Streamlit (login, courses, AI generation)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OpenAI/Google APIs for text + image generation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chatbot assistant (FAQ + study help)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student performance data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personalization models (recommend lessons)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grading (NLP + rule-based)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backend to FastAPI/Django when scaling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cloud with monitoring/logging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gamification + dashboards for engagement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LMS Version 2.0 — </a:t>
            </a:r>
            <a:r>
              <a:rPr lang="en-US" sz="1600" b="1">
                <a:solidFill>
                  <a:srgbClr val="1E2761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The Learning Universe</a:t>
            </a:r>
            <a:endParaRPr lang="en-US" sz="1600">
              <a:solidFill>
                <a:srgbClr val="000000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just being a digital classroom, this version becomes a </a:t>
            </a:r>
            <a:r>
              <a:rPr lang="en-US" sz="1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adaptive, gamified learning universe</a:t>
            </a:r>
            <a:r>
              <a:rPr lang="en-US" sz="18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kids. It's not just about delivering lessons—it's about creating an engaging, personalized journey that feels like a mix of school, mentorship, and play.</a:t>
            </a:r>
            <a:endParaRPr lang="en-US" sz="1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926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Enhancements in Version 2.0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25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AI Tutor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59436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tutors with text, voice, and image support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329184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258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0" y="1325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Learning</a:t>
            </a:r>
            <a:endParaRPr lang="en-US" sz="1400"/>
          </a:p>
        </p:txBody>
      </p:sp>
      <p:sp>
        <p:nvSpPr>
          <p:cNvPr id="10" name="Text 6"/>
          <p:cNvSpPr/>
          <p:nvPr/>
        </p:nvSpPr>
        <p:spPr>
          <a:xfrm>
            <a:off x="342900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points, badges, and leaderboards</a:t>
            </a:r>
            <a:endParaRPr lang="en-US" sz="1200"/>
          </a:p>
        </p:txBody>
      </p:sp>
      <p:sp>
        <p:nvSpPr>
          <p:cNvPr id="11" name="Shape 7"/>
          <p:cNvSpPr/>
          <p:nvPr/>
        </p:nvSpPr>
        <p:spPr>
          <a:xfrm>
            <a:off x="612648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3258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0" y="1325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Learning</a:t>
            </a:r>
            <a:endParaRPr lang="en-US" sz="1400"/>
          </a:p>
        </p:txBody>
      </p:sp>
      <p:sp>
        <p:nvSpPr>
          <p:cNvPr id="14" name="Text 9"/>
          <p:cNvSpPr/>
          <p:nvPr/>
        </p:nvSpPr>
        <p:spPr>
          <a:xfrm>
            <a:off x="626364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classrooms with AI moderation</a:t>
            </a:r>
            <a:endParaRPr lang="en-US" sz="1200"/>
          </a:p>
        </p:txBody>
      </p:sp>
      <p:sp>
        <p:nvSpPr>
          <p:cNvPr id="15" name="Shape 10"/>
          <p:cNvSpPr/>
          <p:nvPr/>
        </p:nvSpPr>
        <p:spPr>
          <a:xfrm>
            <a:off x="457200" y="2743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8803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2880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Libraries</a:t>
            </a:r>
            <a:endParaRPr lang="en-US" sz="1400"/>
          </a:p>
        </p:txBody>
      </p:sp>
      <p:sp>
        <p:nvSpPr>
          <p:cNvPr id="18" name="Text 12"/>
          <p:cNvSpPr/>
          <p:nvPr/>
        </p:nvSpPr>
        <p:spPr>
          <a:xfrm>
            <a:off x="59436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lessons and quizzes</a:t>
            </a:r>
            <a:endParaRPr lang="en-US" sz="1200"/>
          </a:p>
        </p:txBody>
      </p:sp>
      <p:sp>
        <p:nvSpPr>
          <p:cNvPr id="19" name="Shape 13"/>
          <p:cNvSpPr/>
          <p:nvPr/>
        </p:nvSpPr>
        <p:spPr>
          <a:xfrm>
            <a:off x="3291840" y="2743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8803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40480" y="2880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1400"/>
          </a:p>
        </p:txBody>
      </p:sp>
      <p:sp>
        <p:nvSpPr>
          <p:cNvPr id="22" name="Text 15"/>
          <p:cNvSpPr/>
          <p:nvPr/>
        </p:nvSpPr>
        <p:spPr>
          <a:xfrm>
            <a:off x="342900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for parents and teachers</a:t>
            </a:r>
            <a:endParaRPr lang="en-US" sz="1200"/>
          </a:p>
        </p:txBody>
      </p:sp>
      <p:sp>
        <p:nvSpPr>
          <p:cNvPr id="23" name="Shape 16"/>
          <p:cNvSpPr/>
          <p:nvPr/>
        </p:nvSpPr>
        <p:spPr>
          <a:xfrm>
            <a:off x="6126480" y="2743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28803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75120" y="2880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400"/>
          </a:p>
        </p:txBody>
      </p:sp>
      <p:sp>
        <p:nvSpPr>
          <p:cNvPr id="26" name="Text 18"/>
          <p:cNvSpPr/>
          <p:nvPr/>
        </p:nvSpPr>
        <p:spPr>
          <a:xfrm>
            <a:off x="626364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narration and multilingual support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Scalable Architecture</a:t>
            </a:r>
            <a:endParaRPr lang="en-US" sz="40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320040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FastAPI/Django for robustness</a:t>
            </a:r>
            <a:endParaRPr lang="en-US" sz="16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488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/>
          </a:p>
        </p:txBody>
      </p:sp>
      <p:sp>
        <p:nvSpPr>
          <p:cNvPr id="8" name="Text 4"/>
          <p:cNvSpPr/>
          <p:nvPr/>
        </p:nvSpPr>
        <p:spPr>
          <a:xfrm>
            <a:off x="320040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React/Next.js for rich interactivity</a:t>
            </a:r>
            <a:endParaRPr lang="en-US" sz="16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800"/>
          </a:p>
        </p:txBody>
      </p:sp>
      <p:sp>
        <p:nvSpPr>
          <p:cNvPr id="11" name="Text 6"/>
          <p:cNvSpPr/>
          <p:nvPr/>
        </p:nvSpPr>
        <p:spPr>
          <a:xfrm>
            <a:off x="320040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 + custom ML models</a:t>
            </a:r>
            <a:endParaRPr lang="en-US" sz="16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/>
          </a:p>
        </p:txBody>
      </p:sp>
      <p:sp>
        <p:nvSpPr>
          <p:cNvPr id="14" name="Text 8"/>
          <p:cNvSpPr/>
          <p:nvPr/>
        </p:nvSpPr>
        <p:spPr>
          <a:xfrm>
            <a:off x="3200400" y="3703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on AWS/GCP/Azure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for LMS 2.0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Upgrade Core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 Streamlit with FastAPI + React  • Implement role-based authentication  • Build modular AI integration layer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Personalization Engine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 fine-grained learning data  • Train ML models for adaptive difficulty  • Add gamification mechanics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2340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Collaboration &amp; Engagement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virtual classrooms  • Add AI moderation  • Introduce peer tutoring features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Advanced Analytics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40080" y="325526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Teacher/parent dashboards  • Automated grading + feedback  • AI-generated lesson plans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Scale &amp; Expand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40080" y="387705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Mobile-first experience  • Offline learning packs  • Multiple languages and curricula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2.0 Checklist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 to FastAPI/Django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redesign with React/Next.js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with text + voice + image support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layer (XP, badges, challenges)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classrooms with AI moderation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Parent/teacher dashboards with predictive analytics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features (voice narration, multilingual)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Kubernetes for scalability</a:t>
            </a:r>
            <a:endParaRPr 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1947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 Education?</a:t>
            </a:r>
            <a:endParaRPr lang="en-US" sz="4800"/>
          </a:p>
        </p:txBody>
      </p:sp>
      <p:sp>
        <p:nvSpPr>
          <p:cNvPr id="3" name="Text 1"/>
          <p:cNvSpPr/>
          <p:nvPr/>
        </p:nvSpPr>
        <p:spPr>
          <a:xfrm>
            <a:off x="457200" y="2449996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400">
              <a:solidFill>
                <a:srgbClr val="02C39A"/>
              </a:solidFill>
              <a:latin typeface="Arial"/>
              <a:cs typeface="Arial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66965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800" i="1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Management System 2.0</dc:title>
  <dc:subject>PptxGenJS Presentation</dc:subject>
  <dc:creator>LMS Development Team</dc:creator>
  <cp:revision>1</cp:revision>
  <dcterms:created xsi:type="dcterms:W3CDTF">2026-02-03T10:50:34Z</dcterms:created>
  <dcterms:modified xsi:type="dcterms:W3CDTF">2026-02-03T17:32:37Z</dcterms:modified>
</cp:coreProperties>
</file>